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48840"/>
            <a:ext cx="11091672" cy="146304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794760"/>
            <a:ext cx="11091672" cy="82296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EE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8BD77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A8842F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8BD77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A8842F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EE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1188720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611880"/>
            <a:ext cx="10515600" cy="731520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8BD77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A8842F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8BD77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A8842F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EE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51760"/>
            <a:ext cx="10515600" cy="164592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04" name="deco_4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8BD77"/>
          </a:solidFill>
          <a:ln>
            <a:noFill/>
          </a:ln>
        </p:spPr>
      </p:sp>
      <p:sp>
        <p:nvSpPr>
          <p:cNvPr id="905" name="deco_5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A8842F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EE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8BD77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A8842F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8BD77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C8A24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A8842F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spc="0" b="1">
          <a:solidFill>
            <a:srgbClr val="1A2A4A"/>
          </a:solidFill>
          <a:latin typeface="Calibri"/>
          <a:ea typeface="Microsoft YaHei"/>
          <a:cs typeface="Calibr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spc="0" b="0">
          <a:solidFill>
            <a:srgbClr val="4A5570"/>
          </a:solidFill>
          <a:latin typeface="Calibri"/>
          <a:ea typeface="Microsoft YaHei"/>
          <a:cs typeface="Calibr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spc="0" b="0">
          <a:solidFill>
            <a:srgbClr val="4A5570"/>
          </a:solidFill>
          <a:latin typeface="Calibri"/>
          <a:ea typeface="Microsoft YaHei"/>
          <a:cs typeface="Calibr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spc="0" b="0">
          <a:solidFill>
            <a:srgbClr val="4A5570"/>
          </a:solidFill>
          <a:latin typeface="Calibri"/>
          <a:ea typeface="Microsoft YaHei"/>
          <a:cs typeface="Calibr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A2A4A"/>
      </a:dk1>
      <a:lt1>
        <a:srgbClr val="EEF0F5"/>
      </a:lt1>
      <a:dk2>
        <a:srgbClr val="4A5570"/>
      </a:dk2>
      <a:lt2>
        <a:srgbClr val="FFFFFF"/>
      </a:lt2>
      <a:accent1>
        <a:srgbClr val="C8A24A"/>
      </a:accent1>
      <a:accent2>
        <a:srgbClr val="D8BD77"/>
      </a:accent2>
      <a:accent3>
        <a:srgbClr val="A8842F"/>
      </a:accent3>
      <a:accent4>
        <a:srgbClr val="7A8398"/>
      </a:accent4>
      <a:accent5>
        <a:srgbClr val="7A8398"/>
      </a:accent5>
      <a:accent6>
        <a:srgbClr val="E6E9F0"/>
      </a:accent6>
      <a:hlink>
        <a:srgbClr val="C8A24A"/>
      </a:hlink>
      <a:folHlink>
        <a:srgbClr val="A8842F"/>
      </a:folHlink>
    </a:clrScheme>
    <a:fontScheme name="Office">
      <a:majorFont>
        <a:latin typeface="Calibri"/>
        <a:ea typeface="Microsoft YaHei"/>
        <a:cs typeface="Calibr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