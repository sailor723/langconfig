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111111"/>
          </a:solidFill>
          <a:latin typeface="Arial"/>
          <a:ea typeface="Microsoft YaHei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333333"/>
          </a:solidFill>
          <a:latin typeface="Arial"/>
          <a:ea typeface="Microsoft YaHei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333333"/>
          </a:solidFill>
          <a:latin typeface="Arial"/>
          <a:ea typeface="Microsoft YaHei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333333"/>
          </a:solidFill>
          <a:latin typeface="Arial"/>
          <a:ea typeface="Microsoft YaHei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FFFFF"/>
      </a:lt1>
      <a:dk2>
        <a:srgbClr val="333333"/>
      </a:dk2>
      <a:lt2>
        <a:srgbClr val="F5F5F5"/>
      </a:lt2>
      <a:accent1>
        <a:srgbClr val="8A8A8A"/>
      </a:accent1>
      <a:accent2>
        <a:srgbClr val="B0B0B0"/>
      </a:accent2>
      <a:accent3>
        <a:srgbClr val="555555"/>
      </a:accent3>
      <a:accent4>
        <a:srgbClr val="999999"/>
      </a:accent4>
      <a:accent5>
        <a:srgbClr val="999999"/>
      </a:accent5>
      <a:accent6>
        <a:srgbClr val="E0E0E0"/>
      </a:accent6>
      <a:hlink>
        <a:srgbClr val="8A8A8A"/>
      </a:hlink>
      <a:folHlink>
        <a:srgbClr val="555555"/>
      </a:folHlink>
    </a:clrScheme>
    <a:fontScheme name="Office">
      <a:maj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