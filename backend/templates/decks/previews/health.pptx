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134E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48640" y="2148840"/>
            <a:ext cx="11091672" cy="1463040"/>
          </a:xfrm>
        </p:spPr>
        <p:txBody>
          <a:bodyPr wrap="square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48640" y="3794760"/>
            <a:ext cx="11091672" cy="822960"/>
          </a:xfrm>
        </p:spPr>
        <p:txBody>
          <a:bodyPr wrap="square"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905" name="deco_5"/>
          <p:cNvSpPr/>
        </p:nvSpPr>
        <p:spPr>
          <a:xfrm>
            <a:off x="5001768" y="3611880"/>
            <a:ext cx="2194560" cy="45720"/>
          </a:xfrm>
          <a:prstGeom prst="rect">
            <a:avLst/>
          </a:prstGeom>
          <a:solidFill>
            <a:srgbClr val="14B8A6"/>
          </a:solidFill>
          <a:ln>
            <a:noFill/>
          </a:ln>
        </p:spPr>
      </p:sp>
      <p:sp>
        <p:nvSpPr>
          <p:cNvPr id="906" name="deco_6"/>
          <p:cNvSpPr/>
        </p:nvSpPr>
        <p:spPr>
          <a:xfrm>
            <a:off x="5001768" y="3611880"/>
            <a:ext cx="2194560" cy="45720"/>
          </a:xfrm>
          <a:prstGeom prst="rect">
            <a:avLst/>
          </a:prstGeom>
          <a:solidFill>
            <a:srgbClr val="14B8A6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rgbClr val="F0FD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411480"/>
            <a:ext cx="10515600" cy="914400"/>
          </a:xfrm>
        </p:spPr>
        <p:txBody>
          <a:bodyPr wrap="square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60" y="1783080"/>
            <a:ext cx="10515600" cy="4480560"/>
          </a:xfrm>
        </p:spPr>
        <p:txBody>
          <a:bodyPr wrap="square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905" name="deco_5"/>
          <p:cNvSpPr/>
        </p:nvSpPr>
        <p:spPr>
          <a:xfrm>
            <a:off x="0" y="0"/>
            <a:ext cx="4063898" cy="64008"/>
          </a:xfrm>
          <a:prstGeom prst="rect">
            <a:avLst/>
          </a:prstGeom>
          <a:solidFill>
            <a:srgbClr val="5EEAD4"/>
          </a:solidFill>
          <a:ln>
            <a:noFill/>
          </a:ln>
        </p:spPr>
      </p:sp>
      <p:sp>
        <p:nvSpPr>
          <p:cNvPr id="906" name="deco_6"/>
          <p:cNvSpPr/>
        </p:nvSpPr>
        <p:spPr>
          <a:xfrm>
            <a:off x="4063898" y="0"/>
            <a:ext cx="4063898" cy="64008"/>
          </a:xfrm>
          <a:prstGeom prst="rect">
            <a:avLst/>
          </a:prstGeom>
          <a:solidFill>
            <a:srgbClr val="14B8A6"/>
          </a:solidFill>
          <a:ln>
            <a:noFill/>
          </a:ln>
        </p:spPr>
      </p:sp>
      <p:sp>
        <p:nvSpPr>
          <p:cNvPr id="907" name="deco_7"/>
          <p:cNvSpPr/>
        </p:nvSpPr>
        <p:spPr>
          <a:xfrm>
            <a:off x="8127796" y="0"/>
            <a:ext cx="4063898" cy="64008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908" name="deco_8"/>
          <p:cNvSpPr/>
        </p:nvSpPr>
        <p:spPr>
          <a:xfrm>
            <a:off x="0" y="0"/>
            <a:ext cx="4063898" cy="64008"/>
          </a:xfrm>
          <a:prstGeom prst="rect">
            <a:avLst/>
          </a:prstGeom>
          <a:solidFill>
            <a:srgbClr val="5EEAD4"/>
          </a:solidFill>
          <a:ln>
            <a:noFill/>
          </a:ln>
        </p:spPr>
      </p:sp>
      <p:sp>
        <p:nvSpPr>
          <p:cNvPr id="909" name="deco_9"/>
          <p:cNvSpPr/>
        </p:nvSpPr>
        <p:spPr>
          <a:xfrm>
            <a:off x="4063898" y="0"/>
            <a:ext cx="4063898" cy="64008"/>
          </a:xfrm>
          <a:prstGeom prst="rect">
            <a:avLst/>
          </a:prstGeom>
          <a:solidFill>
            <a:srgbClr val="14B8A6"/>
          </a:solidFill>
          <a:ln>
            <a:noFill/>
          </a:ln>
        </p:spPr>
      </p:sp>
      <p:sp>
        <p:nvSpPr>
          <p:cNvPr id="910" name="deco_10"/>
          <p:cNvSpPr/>
        </p:nvSpPr>
        <p:spPr>
          <a:xfrm>
            <a:off x="8127796" y="0"/>
            <a:ext cx="4063898" cy="64008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rgbClr val="F0FD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331720"/>
            <a:ext cx="10515600" cy="1188720"/>
          </a:xfrm>
        </p:spPr>
        <p:txBody>
          <a:bodyPr anchor="t" wrap="square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3611880"/>
            <a:ext cx="10515600" cy="731520"/>
          </a:xfrm>
        </p:spPr>
        <p:txBody>
          <a:bodyPr anchor="b" wrap="square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905" name="deco_5"/>
          <p:cNvSpPr/>
        </p:nvSpPr>
        <p:spPr>
          <a:xfrm>
            <a:off x="0" y="0"/>
            <a:ext cx="4063898" cy="64008"/>
          </a:xfrm>
          <a:prstGeom prst="rect">
            <a:avLst/>
          </a:prstGeom>
          <a:solidFill>
            <a:srgbClr val="5EEAD4"/>
          </a:solidFill>
          <a:ln>
            <a:noFill/>
          </a:ln>
        </p:spPr>
      </p:sp>
      <p:sp>
        <p:nvSpPr>
          <p:cNvPr id="906" name="deco_6"/>
          <p:cNvSpPr/>
        </p:nvSpPr>
        <p:spPr>
          <a:xfrm>
            <a:off x="4063898" y="0"/>
            <a:ext cx="4063898" cy="64008"/>
          </a:xfrm>
          <a:prstGeom prst="rect">
            <a:avLst/>
          </a:prstGeom>
          <a:solidFill>
            <a:srgbClr val="14B8A6"/>
          </a:solidFill>
          <a:ln>
            <a:noFill/>
          </a:ln>
        </p:spPr>
      </p:sp>
      <p:sp>
        <p:nvSpPr>
          <p:cNvPr id="907" name="deco_7"/>
          <p:cNvSpPr/>
        </p:nvSpPr>
        <p:spPr>
          <a:xfrm>
            <a:off x="8127796" y="0"/>
            <a:ext cx="4063898" cy="64008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908" name="deco_8"/>
          <p:cNvSpPr/>
        </p:nvSpPr>
        <p:spPr>
          <a:xfrm>
            <a:off x="0" y="0"/>
            <a:ext cx="4063898" cy="64008"/>
          </a:xfrm>
          <a:prstGeom prst="rect">
            <a:avLst/>
          </a:prstGeom>
          <a:solidFill>
            <a:srgbClr val="5EEAD4"/>
          </a:solidFill>
          <a:ln>
            <a:noFill/>
          </a:ln>
        </p:spPr>
      </p:sp>
      <p:sp>
        <p:nvSpPr>
          <p:cNvPr id="909" name="deco_9"/>
          <p:cNvSpPr/>
        </p:nvSpPr>
        <p:spPr>
          <a:xfrm>
            <a:off x="4063898" y="0"/>
            <a:ext cx="4063898" cy="64008"/>
          </a:xfrm>
          <a:prstGeom prst="rect">
            <a:avLst/>
          </a:prstGeom>
          <a:solidFill>
            <a:srgbClr val="14B8A6"/>
          </a:solidFill>
          <a:ln>
            <a:noFill/>
          </a:ln>
        </p:spPr>
      </p:sp>
      <p:sp>
        <p:nvSpPr>
          <p:cNvPr id="910" name="deco_10"/>
          <p:cNvSpPr/>
        </p:nvSpPr>
        <p:spPr>
          <a:xfrm>
            <a:off x="8127796" y="0"/>
            <a:ext cx="4063898" cy="64008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rgbClr val="F0FD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651760"/>
            <a:ext cx="10515600" cy="1645920"/>
          </a:xfrm>
        </p:spPr>
        <p:txBody>
          <a:bodyPr wrap="square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904" name="deco_4"/>
          <p:cNvSpPr/>
        </p:nvSpPr>
        <p:spPr>
          <a:xfrm>
            <a:off x="0" y="0"/>
            <a:ext cx="4063898" cy="64008"/>
          </a:xfrm>
          <a:prstGeom prst="rect">
            <a:avLst/>
          </a:prstGeom>
          <a:solidFill>
            <a:srgbClr val="5EEAD4"/>
          </a:solidFill>
          <a:ln>
            <a:noFill/>
          </a:ln>
        </p:spPr>
      </p:sp>
      <p:sp>
        <p:nvSpPr>
          <p:cNvPr id="905" name="deco_5"/>
          <p:cNvSpPr/>
        </p:nvSpPr>
        <p:spPr>
          <a:xfrm>
            <a:off x="4063898" y="0"/>
            <a:ext cx="4063898" cy="64008"/>
          </a:xfrm>
          <a:prstGeom prst="rect">
            <a:avLst/>
          </a:prstGeom>
          <a:solidFill>
            <a:srgbClr val="14B8A6"/>
          </a:solidFill>
          <a:ln>
            <a:noFill/>
          </a:ln>
        </p:spPr>
      </p:sp>
      <p:sp>
        <p:nvSpPr>
          <p:cNvPr id="906" name="deco_6"/>
          <p:cNvSpPr/>
        </p:nvSpPr>
        <p:spPr>
          <a:xfrm>
            <a:off x="8127796" y="0"/>
            <a:ext cx="4063898" cy="64008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solidFill>
          <a:srgbClr val="F0FD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411480"/>
            <a:ext cx="10515600" cy="914400"/>
          </a:xfrm>
        </p:spPr>
        <p:txBody>
          <a:bodyPr anchor="b" wrap="square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60" y="1783080"/>
            <a:ext cx="10515600" cy="4480560"/>
          </a:xfrm>
        </p:spPr>
        <p:txBody>
          <a:bodyPr wrap="square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905" name="deco_5"/>
          <p:cNvSpPr/>
        </p:nvSpPr>
        <p:spPr>
          <a:xfrm>
            <a:off x="0" y="0"/>
            <a:ext cx="4063898" cy="64008"/>
          </a:xfrm>
          <a:prstGeom prst="rect">
            <a:avLst/>
          </a:prstGeom>
          <a:solidFill>
            <a:srgbClr val="5EEAD4"/>
          </a:solidFill>
          <a:ln>
            <a:noFill/>
          </a:ln>
        </p:spPr>
      </p:sp>
      <p:sp>
        <p:nvSpPr>
          <p:cNvPr id="906" name="deco_6"/>
          <p:cNvSpPr/>
        </p:nvSpPr>
        <p:spPr>
          <a:xfrm>
            <a:off x="4063898" y="0"/>
            <a:ext cx="4063898" cy="64008"/>
          </a:xfrm>
          <a:prstGeom prst="rect">
            <a:avLst/>
          </a:prstGeom>
          <a:solidFill>
            <a:srgbClr val="14B8A6"/>
          </a:solidFill>
          <a:ln>
            <a:noFill/>
          </a:ln>
        </p:spPr>
      </p:sp>
      <p:sp>
        <p:nvSpPr>
          <p:cNvPr id="907" name="deco_7"/>
          <p:cNvSpPr/>
        </p:nvSpPr>
        <p:spPr>
          <a:xfrm>
            <a:off x="8127796" y="0"/>
            <a:ext cx="4063898" cy="64008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908" name="deco_8"/>
          <p:cNvSpPr/>
        </p:nvSpPr>
        <p:spPr>
          <a:xfrm>
            <a:off x="0" y="0"/>
            <a:ext cx="4063898" cy="64008"/>
          </a:xfrm>
          <a:prstGeom prst="rect">
            <a:avLst/>
          </a:prstGeom>
          <a:solidFill>
            <a:srgbClr val="5EEAD4"/>
          </a:solidFill>
          <a:ln>
            <a:noFill/>
          </a:ln>
        </p:spPr>
      </p:sp>
      <p:sp>
        <p:nvSpPr>
          <p:cNvPr id="909" name="deco_9"/>
          <p:cNvSpPr/>
        </p:nvSpPr>
        <p:spPr>
          <a:xfrm>
            <a:off x="4063898" y="0"/>
            <a:ext cx="4063898" cy="64008"/>
          </a:xfrm>
          <a:prstGeom prst="rect">
            <a:avLst/>
          </a:prstGeom>
          <a:solidFill>
            <a:srgbClr val="14B8A6"/>
          </a:solidFill>
          <a:ln>
            <a:noFill/>
          </a:ln>
        </p:spPr>
      </p:sp>
      <p:sp>
        <p:nvSpPr>
          <p:cNvPr id="910" name="deco_10"/>
          <p:cNvSpPr/>
        </p:nvSpPr>
        <p:spPr>
          <a:xfrm>
            <a:off x="8127796" y="0"/>
            <a:ext cx="4063898" cy="64008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3000" kern="1200" spc="0" b="1">
          <a:solidFill>
            <a:srgbClr val="134E4A"/>
          </a:solidFill>
          <a:latin typeface="Calibri"/>
          <a:ea typeface="Microsoft YaHei"/>
          <a:cs typeface="Calibri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800" kern="1200" spc="0" b="0">
          <a:solidFill>
            <a:srgbClr val="115E59"/>
          </a:solidFill>
          <a:latin typeface="Calibri"/>
          <a:ea typeface="Microsoft YaHei"/>
          <a:cs typeface="Calibri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700" kern="1200" spc="0" b="0">
          <a:solidFill>
            <a:srgbClr val="115E59"/>
          </a:solidFill>
          <a:latin typeface="Calibri"/>
          <a:ea typeface="Microsoft YaHei"/>
          <a:cs typeface="Calibri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 spc="0" b="0">
          <a:solidFill>
            <a:srgbClr val="115E59"/>
          </a:solidFill>
          <a:latin typeface="Calibri"/>
          <a:ea typeface="Microsoft YaHei"/>
          <a:cs typeface="Calibri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/>
          <a:lstStyle/>
          <a:p>
            <a:r>
              <a:rPr sz="4000" b="1">
                <a:solidFill>
                  <a:srgbClr val="14B8A6"/>
                </a:solidFill>
                <a:latin typeface="Calibri"/>
                <a:ea typeface="Calibri"/>
              </a:rPr>
              <a:t>Template Preview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wrap="square"/>
          <a:lstStyle/>
          <a:p>
            <a:r>
              <a:rPr sz="1800" b="0">
                <a:solidFill>
                  <a:srgbClr val="E6FFFA"/>
                </a:solidFill>
                <a:latin typeface="Calibri"/>
                <a:ea typeface="Calibri"/>
              </a:rPr>
              <a:t>Business deck — 12–15 pages, themed layouts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554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7A76"/>
                </a:solidFill>
                <a:latin typeface="Calibri"/>
                <a:ea typeface="Calibri"/>
              </a:rPr>
              <a:t>1 /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5F7A76"/>
                </a:solidFill>
                <a:latin typeface="Calibri"/>
                <a:ea typeface="Calibri"/>
              </a:rPr>
              <a:t>Template Preview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3000" b="1">
                <a:solidFill>
                  <a:srgbClr val="134E4A"/>
                </a:solidFill>
                <a:latin typeface="Calibri"/>
                <a:ea typeface="Calibri"/>
              </a:rPr>
              <a:t>Agenda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554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7A76"/>
                </a:solidFill>
                <a:latin typeface="Calibri"/>
                <a:ea typeface="Calibri"/>
              </a:rPr>
              <a:t>2 /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5F7A76"/>
                </a:solidFill>
                <a:latin typeface="Calibri"/>
                <a:ea typeface="Calibri"/>
              </a:rPr>
              <a:t>Template Preview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3000" b="1">
                <a:solidFill>
                  <a:srgbClr val="134E4A"/>
                </a:solidFill>
                <a:latin typeface="Calibri"/>
                <a:ea typeface="Calibri"/>
              </a:rPr>
              <a:t>Core Idea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134E4A"/>
                </a:solidFill>
                <a:latin typeface="Calibri"/>
                <a:ea typeface="Calibri"/>
              </a:rPr>
              <a:t>One core idea per slide, 3–5 bullets</a:t>
            </a:r>
          </a:p>
          <a:p>
            <a:pPr algn="l">
              <a:spcAft>
                <a:spcPts val="1000"/>
              </a:spcAft>
            </a:pPr>
            <a:r>
              <a:rPr sz="2000" b="1">
                <a:solidFill>
                  <a:srgbClr val="14B8A6"/>
                </a:solidFill>
                <a:latin typeface="Calibri"/>
                <a:ea typeface="Calibri"/>
              </a:rPr>
              <a:t>Revenue grew 42% this quarter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134E4A"/>
                </a:solidFill>
                <a:latin typeface="Calibri"/>
                <a:ea typeface="Calibri"/>
              </a:rPr>
              <a:t>Every figure comes from the source document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134E4A"/>
                </a:solidFill>
                <a:latin typeface="Calibri"/>
                <a:ea typeface="Calibri"/>
              </a:rPr>
              <a:t>Bullets are clamped to fit the layout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554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7A76"/>
                </a:solidFill>
                <a:latin typeface="Calibri"/>
                <a:ea typeface="Calibri"/>
              </a:rPr>
              <a:t>3 /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5F7A76"/>
                </a:solidFill>
                <a:latin typeface="Calibri"/>
                <a:ea typeface="Calibri"/>
              </a:rPr>
              <a:t>Template Preview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3000" b="1">
                <a:solidFill>
                  <a:srgbClr val="134E4A"/>
                </a:solidFill>
                <a:latin typeface="Calibri"/>
                <a:ea typeface="Calibri"/>
              </a:rPr>
              <a:t>Key Numbers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10031" y="1965960"/>
            <a:ext cx="2542032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CFB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0071" y="2221991"/>
            <a:ext cx="1901952" cy="164591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134E4A"/>
                </a:solidFill>
                <a:latin typeface="Calibri"/>
                <a:ea typeface="Calibri"/>
              </a:rPr>
              <a:t>42% growth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0071" y="2167128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453231" y="1965960"/>
            <a:ext cx="2542032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CFB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773271" y="2221991"/>
            <a:ext cx="1901952" cy="164591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134E4A"/>
                </a:solidFill>
                <a:latin typeface="Calibri"/>
                <a:ea typeface="Calibri"/>
              </a:rPr>
              <a:t>€1.2M revenue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773271" y="2167128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96431" y="1965960"/>
            <a:ext cx="2542032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CFB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16471" y="2221991"/>
            <a:ext cx="1901952" cy="164591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134E4A"/>
                </a:solidFill>
                <a:latin typeface="Calibri"/>
                <a:ea typeface="Calibri"/>
              </a:rPr>
              <a:t>3.4x ROI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16471" y="2167128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939631" y="1965960"/>
            <a:ext cx="2542032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CFB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259671" y="2221991"/>
            <a:ext cx="1901952" cy="164591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134E4A"/>
                </a:solidFill>
                <a:latin typeface="Calibri"/>
                <a:ea typeface="Calibri"/>
              </a:rPr>
              <a:t>18 new markets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59671" y="2167128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424160" y="6419088"/>
            <a:ext cx="1554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7A76"/>
                </a:solidFill>
                <a:latin typeface="Calibri"/>
                <a:ea typeface="Calibri"/>
              </a:rPr>
              <a:t>4 / 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19088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5F7A76"/>
                </a:solidFill>
                <a:latin typeface="Calibri"/>
                <a:ea typeface="Calibri"/>
              </a:rPr>
              <a:t>Template Preview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3000" b="1">
                <a:solidFill>
                  <a:srgbClr val="134E4A"/>
                </a:solidFill>
                <a:latin typeface="Calibri"/>
                <a:ea typeface="Calibri"/>
              </a:rPr>
              <a:t>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134E4A"/>
                </a:solidFill>
                <a:latin typeface="Calibri"/>
                <a:ea typeface="Calibri"/>
              </a:rPr>
              <a:t>Q1 — Research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134E4A"/>
                </a:solidFill>
                <a:latin typeface="Calibri"/>
                <a:ea typeface="Calibri"/>
              </a:rPr>
              <a:t>Q2 — Pilot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134E4A"/>
                </a:solidFill>
                <a:latin typeface="Calibri"/>
                <a:ea typeface="Calibri"/>
              </a:rPr>
              <a:t>Q3 — Launch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134E4A"/>
                </a:solidFill>
                <a:latin typeface="Calibri"/>
                <a:ea typeface="Calibri"/>
              </a:rPr>
              <a:t>Q4 — Scale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554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7A76"/>
                </a:solidFill>
                <a:latin typeface="Calibri"/>
                <a:ea typeface="Calibri"/>
              </a:rPr>
              <a:t>5 /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5F7A76"/>
                </a:solidFill>
                <a:latin typeface="Calibri"/>
                <a:ea typeface="Calibri"/>
              </a:rPr>
              <a:t>Template Preview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3000" b="1">
                <a:solidFill>
                  <a:srgbClr val="134E4A"/>
                </a:solidFill>
                <a:latin typeface="Calibri"/>
                <a:ea typeface="Calibri"/>
              </a:rPr>
              <a:t>“Clarity beats cleverness.”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24160" y="6419088"/>
            <a:ext cx="1554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7A76"/>
                </a:solidFill>
                <a:latin typeface="Calibri"/>
                <a:ea typeface="Calibri"/>
              </a:rPr>
              <a:t>6 /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19088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5F7A76"/>
                </a:solidFill>
                <a:latin typeface="Calibri"/>
                <a:ea typeface="Calibri"/>
              </a:rPr>
              <a:t>Template Preview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3000" b="1">
                <a:solidFill>
                  <a:srgbClr val="134E4A"/>
                </a:solidFill>
                <a:latin typeface="Calibri"/>
                <a:ea typeface="Calibri"/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134E4A"/>
                </a:solidFill>
                <a:latin typeface="Calibri"/>
                <a:ea typeface="Calibri"/>
              </a:rPr>
              <a:t>Controlled output, every run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134E4A"/>
                </a:solidFill>
                <a:latin typeface="Calibri"/>
                <a:ea typeface="Calibri"/>
              </a:rPr>
              <a:t>Same deck in HTML and PPTX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554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7A76"/>
                </a:solidFill>
                <a:latin typeface="Calibri"/>
                <a:ea typeface="Calibri"/>
              </a:rPr>
              <a:t>7 /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5F7A76"/>
                </a:solidFill>
                <a:latin typeface="Calibri"/>
                <a:ea typeface="Calibri"/>
              </a:rPr>
              <a:t>Template Preview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/>
          <a:lstStyle/>
          <a:p>
            <a:r>
              <a:rPr sz="4000" b="1">
                <a:solidFill>
                  <a:srgbClr val="14B8A6"/>
                </a:solidFill>
                <a:latin typeface="Calibri"/>
                <a:ea typeface="Calibri"/>
              </a:rP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wrap="square"/>
          <a:lstStyle/>
          <a:p>
            <a:r>
              <a:rPr sz="1800" b="0">
                <a:solidFill>
                  <a:srgbClr val="E6FFFA"/>
                </a:solidFill>
                <a:latin typeface="Calibri"/>
                <a:ea typeface="Calibri"/>
              </a:rPr>
              <a:t>Generated with LangConfig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554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7A76"/>
                </a:solidFill>
                <a:latin typeface="Calibri"/>
                <a:ea typeface="Calibri"/>
              </a:rPr>
              <a:t>8 /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5F7A76"/>
                </a:solidFill>
                <a:latin typeface="Calibri"/>
                <a:ea typeface="Calibri"/>
              </a:rPr>
              <a:t>Template Preview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134E4A"/>
      </a:dk1>
      <a:lt1>
        <a:srgbClr val="F0FDFA"/>
      </a:lt1>
      <a:dk2>
        <a:srgbClr val="115E59"/>
      </a:dk2>
      <a:lt2>
        <a:srgbClr val="FFFFFF"/>
      </a:lt2>
      <a:accent1>
        <a:srgbClr val="14B8A6"/>
      </a:accent1>
      <a:accent2>
        <a:srgbClr val="5EEAD4"/>
      </a:accent2>
      <a:accent3>
        <a:srgbClr val="0F766E"/>
      </a:accent3>
      <a:accent4>
        <a:srgbClr val="5F7A76"/>
      </a:accent4>
      <a:accent5>
        <a:srgbClr val="5F7A76"/>
      </a:accent5>
      <a:accent6>
        <a:srgbClr val="CCFBF1"/>
      </a:accent6>
      <a:hlink>
        <a:srgbClr val="14B8A6"/>
      </a:hlink>
      <a:folHlink>
        <a:srgbClr val="0F766E"/>
      </a:folHlink>
    </a:clrScheme>
    <a:fontScheme name="Office">
      <a:majorFont>
        <a:latin typeface="Calibri"/>
        <a:ea typeface="Microsoft YaHei"/>
        <a:cs typeface="Calibri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Microsoft YaHei"/>
        <a:cs typeface="Calibri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