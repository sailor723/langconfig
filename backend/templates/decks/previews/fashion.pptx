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148840"/>
            <a:ext cx="11091672" cy="146304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794760"/>
            <a:ext cx="11091672" cy="82296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BFA05A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BFA05A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6BC7E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BFA05A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8F7738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6BC7E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BFA05A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8F7738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31720"/>
            <a:ext cx="10515600" cy="1188720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611880"/>
            <a:ext cx="10515600" cy="731520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6BC7E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BFA05A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8F7738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6BC7E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BFA05A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8F7738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51760"/>
            <a:ext cx="10515600" cy="164592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04" name="deco_4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6BC7E"/>
          </a:solidFill>
          <a:ln>
            <a:noFill/>
          </a:ln>
        </p:spPr>
      </p:sp>
      <p:sp>
        <p:nvSpPr>
          <p:cNvPr id="905" name="deco_5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BFA05A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8F7738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6BC7E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BFA05A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8F7738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6BC7E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BFA05A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8F7738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spc="0" b="1">
          <a:solidFill>
            <a:srgbClr val="0B0B0F"/>
          </a:solidFill>
          <a:latin typeface="Georgia"/>
          <a:ea typeface="Microsoft YaHei"/>
          <a:cs typeface="Georgi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spc="0" b="0">
          <a:solidFill>
            <a:srgbClr val="2B2B2B"/>
          </a:solidFill>
          <a:latin typeface="Georgia"/>
          <a:ea typeface="Microsoft YaHei"/>
          <a:cs typeface="Georgia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spc="0" b="0">
          <a:solidFill>
            <a:srgbClr val="2B2B2B"/>
          </a:solidFill>
          <a:latin typeface="Georgia"/>
          <a:ea typeface="Microsoft YaHei"/>
          <a:cs typeface="Georgia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spc="0" b="0">
          <a:solidFill>
            <a:srgbClr val="2B2B2B"/>
          </a:solidFill>
          <a:latin typeface="Georgia"/>
          <a:ea typeface="Microsoft YaHei"/>
          <a:cs typeface="Georgia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BFA05A"/>
                </a:solidFill>
                <a:latin typeface="Georgia"/>
                <a:ea typeface="Georgia"/>
              </a:rPr>
              <a:t>Template Preview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800" b="0">
                <a:solidFill>
                  <a:srgbClr val="F2EEE4"/>
                </a:solidFill>
                <a:latin typeface="Georgia"/>
                <a:ea typeface="Georgia"/>
              </a:rPr>
              <a:t>Business deck — 12–15 pages, themed layouts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Georgia"/>
                <a:ea typeface="Georgia"/>
              </a:rPr>
              <a:t>1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Georgia"/>
                <a:ea typeface="Georgia"/>
              </a:rPr>
              <a:t>Template Preview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B0B0F"/>
                </a:solidFill>
                <a:latin typeface="Georgia"/>
                <a:ea typeface="Georgia"/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Georgia"/>
                <a:ea typeface="Georgia"/>
              </a:rPr>
              <a:t>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Georgia"/>
                <a:ea typeface="Georgia"/>
              </a:rPr>
              <a:t>Template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B0B0F"/>
                </a:solidFill>
                <a:latin typeface="Georgia"/>
                <a:ea typeface="Georgia"/>
              </a:rP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0B0B0F"/>
                </a:solidFill>
                <a:latin typeface="Georgia"/>
                <a:ea typeface="Georgia"/>
              </a:rPr>
              <a:t>One core idea per slide, 3–5 bullets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BFA05A"/>
                </a:solidFill>
                <a:latin typeface="Georgia"/>
                <a:ea typeface="Georgia"/>
              </a:rPr>
              <a:t>Revenue grew 42% this quarter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B0B0F"/>
                </a:solidFill>
                <a:latin typeface="Georgia"/>
                <a:ea typeface="Georgia"/>
              </a:rPr>
              <a:t>Every figure comes from the source document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B0B0F"/>
                </a:solidFill>
                <a:latin typeface="Georgia"/>
                <a:ea typeface="Georgia"/>
              </a:rPr>
              <a:t>Bullets are clamped to fit the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Georgia"/>
                <a:ea typeface="Georgia"/>
              </a:rPr>
              <a:t>3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Georgia"/>
                <a:ea typeface="Georgia"/>
              </a:rPr>
              <a:t>Template Preview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B0B0F"/>
                </a:solidFill>
                <a:latin typeface="Georgia"/>
                <a:ea typeface="Georgia"/>
              </a:rPr>
              <a:t>Key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00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00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B0B0F"/>
                </a:solidFill>
                <a:latin typeface="Georgia"/>
                <a:ea typeface="Georgia"/>
              </a:rPr>
              <a:t>42%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00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F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532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732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B0B0F"/>
                </a:solidFill>
                <a:latin typeface="Georgia"/>
                <a:ea typeface="Georgia"/>
              </a:rPr>
              <a:t>€1.2M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732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F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64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64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B0B0F"/>
                </a:solidFill>
                <a:latin typeface="Georgia"/>
                <a:ea typeface="Georgia"/>
              </a:rPr>
              <a:t>3.4x ROI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64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F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396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596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B0B0F"/>
                </a:solidFill>
                <a:latin typeface="Georgia"/>
                <a:ea typeface="Georgia"/>
              </a:rPr>
              <a:t>18 new markets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96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F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Georgia"/>
                <a:ea typeface="Georgia"/>
              </a:rPr>
              <a:t>4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Georgia"/>
                <a:ea typeface="Georgia"/>
              </a:rPr>
              <a:t>Template Preview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B0B0F"/>
                </a:solidFill>
                <a:latin typeface="Georgia"/>
                <a:ea typeface="Georgia"/>
              </a:rP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0B0B0F"/>
                </a:solidFill>
                <a:latin typeface="Georgia"/>
                <a:ea typeface="Georgia"/>
              </a:rPr>
              <a:t>Q1 — Research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B0B0F"/>
                </a:solidFill>
                <a:latin typeface="Georgia"/>
                <a:ea typeface="Georgia"/>
              </a:rPr>
              <a:t>Q2 — Pilot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B0B0F"/>
                </a:solidFill>
                <a:latin typeface="Georgia"/>
                <a:ea typeface="Georgia"/>
              </a:rPr>
              <a:t>Q3 — Launch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B0B0F"/>
                </a:solidFill>
                <a:latin typeface="Georgia"/>
                <a:ea typeface="Georgia"/>
              </a:rPr>
              <a:t>Q4 —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Georgia"/>
                <a:ea typeface="Georgia"/>
              </a:rPr>
              <a:t>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Georgia"/>
                <a:ea typeface="Georgia"/>
              </a:rPr>
              <a:t>Template Preview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B0B0F"/>
                </a:solidFill>
                <a:latin typeface="Georgia"/>
                <a:ea typeface="Georgia"/>
              </a:rPr>
              <a:t>“Clarity beats cleverness.”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Georgia"/>
                <a:ea typeface="Georgia"/>
              </a:rPr>
              <a:t>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Georgia"/>
                <a:ea typeface="Georgia"/>
              </a:rPr>
              <a:t>Template Preview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B0B0F"/>
                </a:solidFill>
                <a:latin typeface="Georgia"/>
                <a:ea typeface="Georgia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0B0B0F"/>
                </a:solidFill>
                <a:latin typeface="Georgia"/>
                <a:ea typeface="Georgia"/>
              </a:rPr>
              <a:t>Controlled output, every run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B0B0F"/>
                </a:solidFill>
                <a:latin typeface="Georgia"/>
                <a:ea typeface="Georgia"/>
              </a:rPr>
              <a:t>Same deck in HTML and PPTX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Georgia"/>
                <a:ea typeface="Georgia"/>
              </a:rPr>
              <a:t>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Georgia"/>
                <a:ea typeface="Georgia"/>
              </a:rPr>
              <a:t>Template 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BFA05A"/>
                </a:solidFill>
                <a:latin typeface="Georgia"/>
                <a:ea typeface="Georgi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800" b="0">
                <a:solidFill>
                  <a:srgbClr val="F2EEE4"/>
                </a:solidFill>
                <a:latin typeface="Georgia"/>
                <a:ea typeface="Georgia"/>
              </a:rPr>
              <a:t>Generated with LangConfig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Georgia"/>
                <a:ea typeface="Georgia"/>
              </a:rPr>
              <a:t>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Georgia"/>
                <a:ea typeface="Georgia"/>
              </a:rPr>
              <a:t>Template Preview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B0B0F"/>
      </a:dk1>
      <a:lt1>
        <a:srgbClr val="F7F4EE"/>
      </a:lt1>
      <a:dk2>
        <a:srgbClr val="2B2B2B"/>
      </a:dk2>
      <a:lt2>
        <a:srgbClr val="FFFFFF"/>
      </a:lt2>
      <a:accent1>
        <a:srgbClr val="BFA05A"/>
      </a:accent1>
      <a:accent2>
        <a:srgbClr val="D6BC7E"/>
      </a:accent2>
      <a:accent3>
        <a:srgbClr val="8F7738"/>
      </a:accent3>
      <a:accent4>
        <a:srgbClr val="8A8A8A"/>
      </a:accent4>
      <a:accent5>
        <a:srgbClr val="8A8A8A"/>
      </a:accent5>
      <a:accent6>
        <a:srgbClr val="E8E1D2"/>
      </a:accent6>
      <a:hlink>
        <a:srgbClr val="BFA05A"/>
      </a:hlink>
      <a:folHlink>
        <a:srgbClr val="8F7738"/>
      </a:folHlink>
    </a:clrScheme>
    <a:fontScheme name="Office">
      <a:majorFont>
        <a:latin typeface="Georgia"/>
        <a:ea typeface="Microsoft YaHei"/>
        <a:cs typeface="Georgia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Microsoft YaHei"/>
        <a:cs typeface="Georgia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