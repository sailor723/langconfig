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B0B0B0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8A8A8A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111111"/>
          </a:solidFill>
          <a:latin typeface="Arial"/>
          <a:ea typeface="Microsoft YaHei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333333"/>
          </a:solidFill>
          <a:latin typeface="Arial"/>
          <a:ea typeface="Microsoft YaHei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333333"/>
          </a:solidFill>
          <a:latin typeface="Arial"/>
          <a:ea typeface="Microsoft YaHei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333333"/>
          </a:solidFill>
          <a:latin typeface="Arial"/>
          <a:ea typeface="Microsoft YaHei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8A8A8A"/>
                </a:solidFill>
                <a:latin typeface="Arial"/>
                <a:ea typeface="Arial"/>
              </a:rPr>
              <a:t>Template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F5F5F5"/>
                </a:solidFill>
                <a:latin typeface="Arial"/>
                <a:ea typeface="Arial"/>
              </a:rPr>
              <a:t>Business deck — 12–15 pages, themed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Arial"/>
                <a:ea typeface="Arial"/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  <a:ea typeface="Arial"/>
              </a:rPr>
              <a:t>Template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11111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Arial"/>
                <a:ea typeface="Arial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  <a:ea typeface="Arial"/>
              </a:rPr>
              <a:t>Template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11111"/>
                </a:solidFill>
                <a:latin typeface="Arial"/>
                <a:ea typeface="Arial"/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Arial"/>
                <a:ea typeface="Arial"/>
              </a:rPr>
              <a:t>One core idea per slide, 3–5 bullets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8A8A8A"/>
                </a:solidFill>
                <a:latin typeface="Arial"/>
                <a:ea typeface="Arial"/>
              </a:rPr>
              <a:t>Revenue grew 42% this quarter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Arial"/>
                <a:ea typeface="Arial"/>
              </a:rPr>
              <a:t>Every figure comes from the source document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Arial"/>
                <a:ea typeface="Arial"/>
              </a:rPr>
              <a:t>Bullets are clamped to fit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Arial"/>
                <a:ea typeface="Arial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  <a:ea typeface="Arial"/>
              </a:rPr>
              <a:t>Template Preview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11111"/>
                </a:solidFill>
                <a:latin typeface="Arial"/>
                <a:ea typeface="Arial"/>
              </a:rPr>
              <a:t>Key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00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0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rial"/>
                <a:ea typeface="Arial"/>
              </a:rPr>
              <a:t>42%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0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532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732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rial"/>
                <a:ea typeface="Arial"/>
              </a:rPr>
              <a:t>€1.2M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732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64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64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rial"/>
                <a:ea typeface="Arial"/>
              </a:rPr>
              <a:t>3.4x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64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96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96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rial"/>
                <a:ea typeface="Arial"/>
              </a:rPr>
              <a:t>18 new markets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96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Arial"/>
                <a:ea typeface="Arial"/>
              </a:rPr>
              <a:t>4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  <a:ea typeface="Arial"/>
              </a:rPr>
              <a:t>Template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11111"/>
                </a:solidFill>
                <a:latin typeface="Arial"/>
                <a:ea typeface="Arial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Arial"/>
                <a:ea typeface="Arial"/>
              </a:rPr>
              <a:t>Q1 — Research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Arial"/>
                <a:ea typeface="Arial"/>
              </a:rPr>
              <a:t>Q2 — Pilot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Arial"/>
                <a:ea typeface="Arial"/>
              </a:rPr>
              <a:t>Q3 — Launch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Arial"/>
                <a:ea typeface="Arial"/>
              </a:rPr>
              <a:t>Q4 —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Arial"/>
                <a:ea typeface="Arial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  <a:ea typeface="Arial"/>
              </a:rPr>
              <a:t>Template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11111"/>
                </a:solidFill>
                <a:latin typeface="Arial"/>
                <a:ea typeface="Arial"/>
              </a:rPr>
              <a:t>“Clarity beats cleverness.”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Arial"/>
                <a:ea typeface="Arial"/>
              </a:rPr>
              <a:t>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  <a:ea typeface="Arial"/>
              </a:rPr>
              <a:t>Template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111111"/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Arial"/>
                <a:ea typeface="Arial"/>
              </a:rPr>
              <a:t>Controlled output, every run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Arial"/>
                <a:ea typeface="Arial"/>
              </a:rPr>
              <a:t>Same deck in HTML and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Arial"/>
                <a:ea typeface="Arial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  <a:ea typeface="Arial"/>
              </a:rPr>
              <a:t>Template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8A8A8A"/>
                </a:solidFill>
                <a:latin typeface="Arial"/>
                <a:ea typeface="Arial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F5F5F5"/>
                </a:solidFill>
                <a:latin typeface="Arial"/>
                <a:ea typeface="Arial"/>
              </a:rPr>
              <a:t>Generated with LangConfig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Arial"/>
                <a:ea typeface="Arial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  <a:ea typeface="Arial"/>
              </a:rPr>
              <a:t>Template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FFFFFF"/>
      </a:lt1>
      <a:dk2>
        <a:srgbClr val="333333"/>
      </a:dk2>
      <a:lt2>
        <a:srgbClr val="F5F5F5"/>
      </a:lt2>
      <a:accent1>
        <a:srgbClr val="8A8A8A"/>
      </a:accent1>
      <a:accent2>
        <a:srgbClr val="B0B0B0"/>
      </a:accent2>
      <a:accent3>
        <a:srgbClr val="555555"/>
      </a:accent3>
      <a:accent4>
        <a:srgbClr val="999999"/>
      </a:accent4>
      <a:accent5>
        <a:srgbClr val="999999"/>
      </a:accent5>
      <a:accent6>
        <a:srgbClr val="E0E0E0"/>
      </a:accent6>
      <a:hlink>
        <a:srgbClr val="8A8A8A"/>
      </a:hlink>
      <a:folHlink>
        <a:srgbClr val="555555"/>
      </a:folHlink>
    </a:clrScheme>
    <a:fontScheme name="Office">
      <a:maj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