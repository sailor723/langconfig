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2148840"/>
            <a:ext cx="11091672" cy="1463040"/>
          </a:xfrm>
        </p:spPr>
        <p:txBody>
          <a:bodyPr wrap="square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794760"/>
            <a:ext cx="11091672" cy="822960"/>
          </a:xfrm>
        </p:spPr>
        <p:txBody>
          <a:bodyPr wrap="square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05" name="deco_5"/>
          <p:cNvSpPr/>
        </p:nvSpPr>
        <p:spPr>
          <a:xfrm>
            <a:off x="5001768" y="3611880"/>
            <a:ext cx="219456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5001768" y="3611880"/>
            <a:ext cx="219456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11480"/>
            <a:ext cx="10515600" cy="914400"/>
          </a:xfrm>
        </p:spPr>
        <p:txBody>
          <a:bodyPr wrap="square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83080"/>
            <a:ext cx="10515600" cy="4480560"/>
          </a:xfrm>
        </p:spPr>
        <p:txBody>
          <a:bodyPr wrap="square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05" name="deco_5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67E8F9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907" name="deco_7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908" name="deco_8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67E8F9"/>
          </a:solidFill>
          <a:ln>
            <a:noFill/>
          </a:ln>
        </p:spPr>
      </p:sp>
      <p:sp>
        <p:nvSpPr>
          <p:cNvPr id="909" name="deco_9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910" name="deco_10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0891B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331720"/>
            <a:ext cx="10515600" cy="1188720"/>
          </a:xfrm>
        </p:spPr>
        <p:txBody>
          <a:bodyPr anchor="t" wrap="square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611880"/>
            <a:ext cx="10515600" cy="731520"/>
          </a:xfrm>
        </p:spPr>
        <p:txBody>
          <a:bodyPr anchor="b" wrap="square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05" name="deco_5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67E8F9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907" name="deco_7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908" name="deco_8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67E8F9"/>
          </a:solidFill>
          <a:ln>
            <a:noFill/>
          </a:ln>
        </p:spPr>
      </p:sp>
      <p:sp>
        <p:nvSpPr>
          <p:cNvPr id="909" name="deco_9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910" name="deco_10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0891B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51760"/>
            <a:ext cx="10515600" cy="1645920"/>
          </a:xfrm>
        </p:spPr>
        <p:txBody>
          <a:bodyPr wrap="square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04" name="deco_4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67E8F9"/>
          </a:solidFill>
          <a:ln>
            <a:noFill/>
          </a:ln>
        </p:spPr>
      </p:sp>
      <p:sp>
        <p:nvSpPr>
          <p:cNvPr id="905" name="deco_5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0891B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11480"/>
            <a:ext cx="10515600" cy="914400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83080"/>
            <a:ext cx="10515600" cy="4480560"/>
          </a:xfrm>
        </p:spPr>
        <p:txBody>
          <a:bodyPr wrap="square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05" name="deco_5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67E8F9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907" name="deco_7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908" name="deco_8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67E8F9"/>
          </a:solidFill>
          <a:ln>
            <a:noFill/>
          </a:ln>
        </p:spPr>
      </p:sp>
      <p:sp>
        <p:nvSpPr>
          <p:cNvPr id="909" name="deco_9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910" name="deco_10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0891B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spc="0" b="1">
          <a:solidFill>
            <a:srgbClr val="0F172A"/>
          </a:solidFill>
          <a:latin typeface="Segoe UI"/>
          <a:ea typeface="Microsoft YaHei"/>
          <a:cs typeface="Segoe UI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spc="0" b="0">
          <a:solidFill>
            <a:srgbClr val="334155"/>
          </a:solidFill>
          <a:latin typeface="Segoe UI"/>
          <a:ea typeface="Microsoft YaHei"/>
          <a:cs typeface="Segoe UI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spc="0" b="0">
          <a:solidFill>
            <a:srgbClr val="334155"/>
          </a:solidFill>
          <a:latin typeface="Segoe UI"/>
          <a:ea typeface="Microsoft YaHei"/>
          <a:cs typeface="Segoe UI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spc="0" b="0">
          <a:solidFill>
            <a:srgbClr val="334155"/>
          </a:solidFill>
          <a:latin typeface="Segoe UI"/>
          <a:ea typeface="Microsoft YaHei"/>
          <a:cs typeface="Segoe UI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0F172A"/>
      </a:dk1>
      <a:lt1>
        <a:srgbClr val="F1F5F9"/>
      </a:lt1>
      <a:dk2>
        <a:srgbClr val="334155"/>
      </a:dk2>
      <a:lt2>
        <a:srgbClr val="FFFFFF"/>
      </a:lt2>
      <a:accent1>
        <a:srgbClr val="22D3EE"/>
      </a:accent1>
      <a:accent2>
        <a:srgbClr val="67E8F9"/>
      </a:accent2>
      <a:accent3>
        <a:srgbClr val="0891B2"/>
      </a:accent3>
      <a:accent4>
        <a:srgbClr val="64748B"/>
      </a:accent4>
      <a:accent5>
        <a:srgbClr val="64748B"/>
      </a:accent5>
      <a:accent6>
        <a:srgbClr val="E2E8F0"/>
      </a:accent6>
      <a:hlink>
        <a:srgbClr val="22D3EE"/>
      </a:hlink>
      <a:folHlink>
        <a:srgbClr val="0891B2"/>
      </a:folHlink>
    </a:clrScheme>
    <a:fontScheme name="Office">
      <a:majorFont>
        <a:latin typeface="Segoe UI"/>
        <a:ea typeface="Microsoft YaHei"/>
        <a:cs typeface="Segoe UI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