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148840"/>
            <a:ext cx="11091672" cy="146304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794760"/>
            <a:ext cx="11091672" cy="82296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BFA05A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BFA05A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6BC7E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BFA05A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8F7738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6BC7E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BFA05A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8F7738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31720"/>
            <a:ext cx="10515600" cy="1188720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611880"/>
            <a:ext cx="10515600" cy="731520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6BC7E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BFA05A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8F7738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6BC7E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BFA05A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8F7738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51760"/>
            <a:ext cx="10515600" cy="164592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04" name="deco_4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6BC7E"/>
          </a:solidFill>
          <a:ln>
            <a:noFill/>
          </a:ln>
        </p:spPr>
      </p:sp>
      <p:sp>
        <p:nvSpPr>
          <p:cNvPr id="905" name="deco_5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BFA05A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8F7738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6BC7E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BFA05A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8F7738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D6BC7E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BFA05A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8F7738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spc="0" b="1">
          <a:solidFill>
            <a:srgbClr val="0B0B0F"/>
          </a:solidFill>
          <a:latin typeface="Georgia"/>
          <a:ea typeface="Microsoft YaHei"/>
          <a:cs typeface="Georgi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spc="0" b="0">
          <a:solidFill>
            <a:srgbClr val="2B2B2B"/>
          </a:solidFill>
          <a:latin typeface="Georgia"/>
          <a:ea typeface="Microsoft YaHei"/>
          <a:cs typeface="Georgia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spc="0" b="0">
          <a:solidFill>
            <a:srgbClr val="2B2B2B"/>
          </a:solidFill>
          <a:latin typeface="Georgia"/>
          <a:ea typeface="Microsoft YaHei"/>
          <a:cs typeface="Georgia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spc="0" b="0">
          <a:solidFill>
            <a:srgbClr val="2B2B2B"/>
          </a:solidFill>
          <a:latin typeface="Georgia"/>
          <a:ea typeface="Microsoft YaHei"/>
          <a:cs typeface="Georgia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B0B0F"/>
      </a:dk1>
      <a:lt1>
        <a:srgbClr val="F7F4EE"/>
      </a:lt1>
      <a:dk2>
        <a:srgbClr val="2B2B2B"/>
      </a:dk2>
      <a:lt2>
        <a:srgbClr val="FFFFFF"/>
      </a:lt2>
      <a:accent1>
        <a:srgbClr val="BFA05A"/>
      </a:accent1>
      <a:accent2>
        <a:srgbClr val="D6BC7E"/>
      </a:accent2>
      <a:accent3>
        <a:srgbClr val="8F7738"/>
      </a:accent3>
      <a:accent4>
        <a:srgbClr val="8A8A8A"/>
      </a:accent4>
      <a:accent5>
        <a:srgbClr val="8A8A8A"/>
      </a:accent5>
      <a:accent6>
        <a:srgbClr val="E8E1D2"/>
      </a:accent6>
      <a:hlink>
        <a:srgbClr val="BFA05A"/>
      </a:hlink>
      <a:folHlink>
        <a:srgbClr val="8F7738"/>
      </a:folHlink>
    </a:clrScheme>
    <a:fontScheme name="Office">
      <a:majorFont>
        <a:latin typeface="Georgia"/>
        <a:ea typeface="Microsoft YaHei"/>
        <a:cs typeface="Georgia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Microsoft YaHei"/>
        <a:cs typeface="Georgia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