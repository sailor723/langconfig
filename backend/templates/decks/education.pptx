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FCD34D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3730A3"/>
          </a:solidFill>
          <a:latin typeface="Calibri"/>
          <a:ea typeface="Microsoft YaHei"/>
          <a:cs typeface="Calibr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1E293B"/>
          </a:solidFill>
          <a:latin typeface="Calibri"/>
          <a:ea typeface="Microsoft YaHei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1E293B"/>
          </a:solidFill>
          <a:latin typeface="Calibri"/>
          <a:ea typeface="Microsoft YaHei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1E293B"/>
          </a:solidFill>
          <a:latin typeface="Calibri"/>
          <a:ea typeface="Microsoft YaHe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3730A3"/>
      </a:dk1>
      <a:lt1>
        <a:srgbClr val="F8FAFC"/>
      </a:lt1>
      <a:dk2>
        <a:srgbClr val="1E293B"/>
      </a:dk2>
      <a:lt2>
        <a:srgbClr val="FFFFFF"/>
      </a:lt2>
      <a:accent1>
        <a:srgbClr val="F59E0B"/>
      </a:accent1>
      <a:accent2>
        <a:srgbClr val="FCD34D"/>
      </a:accent2>
      <a:accent3>
        <a:srgbClr val="B45309"/>
      </a:accent3>
      <a:accent4>
        <a:srgbClr val="64748B"/>
      </a:accent4>
      <a:accent5>
        <a:srgbClr val="64748B"/>
      </a:accent5>
      <a:accent6>
        <a:srgbClr val="E2E8F0"/>
      </a:accent6>
      <a:hlink>
        <a:srgbClr val="F59E0B"/>
      </a:hlink>
      <a:folHlink>
        <a:srgbClr val="B45309"/>
      </a:folHlink>
    </a:clrScheme>
    <a:fontScheme name="Office">
      <a:maj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